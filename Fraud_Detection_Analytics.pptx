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Fraud Detection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DCFF"/>
                </a:solidFill>
              </a:defRPr>
            </a:pPr>
            <a:r>
              <a:t>SQL-Driven Financial Risk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74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Prepared by Akanksha Mishra</a:t>
            </a:r>
            <a:br/>
            <a:r>
              <a:t>Data Analyst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PaySim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2.17M+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SQL Server 2022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DCFF"/>
                </a:solidFill>
              </a:defRPr>
            </a:pPr>
            <a:r>
              <a:t>Business Problem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Detect fraudulent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Identify suspicious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Analyze high-risk transfers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Generate business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Support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Dataset: PaySim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11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2.17M+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SQL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SSMS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Window Functions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Aggregations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Data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SQL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Fraud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Risk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SQL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Fraud rate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Transfer pattern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Rolling fraud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Balance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Large transfer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Risk account identification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Insights &amp;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Transfers showed highest fraud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Balance anomalies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Enable real-time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Flag high-value transfers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Implement risk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4846320" cy="6858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Continuous fraud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